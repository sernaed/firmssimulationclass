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1F5F9"/>
          </a:solidFill>
          <a:ln/>
        </p:spPr>
      </p:sp>
      <p:pic>
        <p:nvPicPr>
          <p:cNvPr id="5" name="Image 0" descr="build/eq_light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3330" y="1737360"/>
            <a:ext cx="6545036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6517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651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Fíjense en g(x). Si g(x)=0, la ecuación es homogénea; si no, es no homogénea. Ojo: esto NO es la 'homogénea' de la Sesión 7 (dy/dx=f(y/x), y=vx) — dos ideas sin relación que comparten nombre.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CFEFF"/>
          </a:solidFill>
          <a:ln/>
        </p:spPr>
      </p:sp>
      <p:pic>
        <p:nvPicPr>
          <p:cNvPr id="9" name="Image 1" descr="build/eq_light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917" y="3794760"/>
            <a:ext cx="10035862" cy="685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47091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77240" y="548640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F1F5F9"/>
          </a:solidFill>
          <a:ln/>
        </p:spPr>
      </p:sp>
      <p:pic>
        <p:nvPicPr>
          <p:cNvPr id="5" name="Image 0" descr="build/img_light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_light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_light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_light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68667"/>
            <a:ext cx="3240938" cy="42338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5800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C₂sin(2π)=0 → cualquier C₂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38218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1" name="Image 2" descr="build/eq_light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668667"/>
            <a:ext cx="3240938" cy="42338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475378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C₂sin(2π)=1 → imposible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8127797" y="2194560"/>
            <a:ext cx="3515258" cy="1600200"/>
          </a:xfrm>
          <a:prstGeom prst="roundRect">
            <a:avLst>
              <a:gd name="adj" fmla="val 457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264957" y="233172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5" name="Image 3" descr="build/eq_light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668667"/>
            <a:ext cx="3240938" cy="42338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4957" y="3154680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C₂sin(π/2)=0 → C₂=0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069080"/>
            <a:ext cx="11094415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</p:spPr>
      </p:sp>
      <p:pic>
        <p:nvPicPr>
          <p:cNvPr id="18" name="Image 4" descr="build/img_light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243" y="4206240"/>
            <a:ext cx="2673209" cy="16916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4985"/>
            <a:ext cx="10545775" cy="1024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homogénea, entonces cualquier combinación lineal de ellas también es solución. Pueden verificarlo sustituyendo directamente.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_light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_light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DOS FUNCIONES</a:t>
            </a:r>
            <a:endParaRPr lang="en-US" sz="1300" dirty="0"/>
          </a:p>
        </p:txBody>
      </p:sp>
      <p:pic>
        <p:nvPicPr>
          <p:cNvPr id="6" name="Image 0" descr="build/eq_light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5641" y="1920240"/>
            <a:ext cx="3860414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56032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F1F5F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651760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GENERAL: n FUNCIONES</a:t>
            </a:r>
            <a:endParaRPr lang="en-US" sz="1300" dirty="0"/>
          </a:p>
        </p:txBody>
      </p:sp>
      <p:pic>
        <p:nvPicPr>
          <p:cNvPr id="9" name="Image 1" descr="build/img_light/wronskian_gener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811" y="2880360"/>
            <a:ext cx="2332074" cy="8229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3886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46177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77240" y="461772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Independencia y Dependencia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 — SOL. DE y''−9y=0</a:t>
            </a:r>
            <a:endParaRPr lang="en-US" sz="1300" dirty="0"/>
          </a:p>
        </p:txBody>
      </p:sp>
      <p:pic>
        <p:nvPicPr>
          <p:cNvPr id="6" name="Image 0" descr="build/eq_light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028" y="2286000"/>
            <a:ext cx="3802412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300" dirty="0"/>
          </a:p>
        </p:txBody>
      </p:sp>
      <p:pic>
        <p:nvPicPr>
          <p:cNvPr id="8" name="Image 1" descr="build/eq_light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332928"/>
            <a:ext cx="4838548" cy="4207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886200"/>
            <a:ext cx="48385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e³ˣ·e⁻³ˣ=1 para toda x, así que W=−6 siempre — nunca cero. Son independientes: forman un conjunto fundamental.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255868" y="1691640"/>
            <a:ext cx="5387188" cy="3931920"/>
          </a:xfrm>
          <a:prstGeom prst="roundRect">
            <a:avLst>
              <a:gd name="adj" fmla="val 18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30188" y="1874520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DEPENDIENTES — SOL. DE y''−4y'+4y=0</a:t>
            </a:r>
            <a:endParaRPr lang="en-US" sz="1300" dirty="0"/>
          </a:p>
        </p:txBody>
      </p:sp>
      <p:pic>
        <p:nvPicPr>
          <p:cNvPr id="12" name="Image 2" descr="build/eq_light/wronskian_dep_set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673" y="2286000"/>
            <a:ext cx="3785578" cy="5029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530188" y="2880360"/>
            <a:ext cx="48385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y₁'=2e²ˣ, y₂'=6e²ˣ. El Wronskiano:</a:t>
            </a:r>
            <a:endParaRPr lang="en-US" sz="1300" dirty="0"/>
          </a:p>
        </p:txBody>
      </p:sp>
      <p:pic>
        <p:nvPicPr>
          <p:cNvPr id="14" name="Image 3" descr="build/eq_light/wronskian_dep_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188" y="3300360"/>
            <a:ext cx="4838548" cy="48587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30188" y="3886200"/>
            <a:ext cx="48385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W=0 para toda x. De hecho y₂=3y₁ — son múltiplos, dependientes. No forman un conjunto fundamental.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0020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vs. Diapositiva 7: ahí, superposición solo garantizaba que las combinaciones siguieran siendo solución (cierre). Aquí, gracias a la independencia lineal y contar exactamente n, esas combinaciones agotan TODAS las soluciones (completitud).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7" name="Image 0" descr="build/eq_light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9654" y="2743200"/>
            <a:ext cx="8072387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794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5262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5262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461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g(x) también le dicen "forzamiento" o "función forzante" — mismo concepto. Ejemplo: si g(x)=x²+e³ˣ, resuelven yₚ₁ para g₁=x², yₚ₂ para g₂=e³ˣ, y arman yₚ=yₚ₁+yₚ₂.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1605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 — esa es la lógica exacta del método del anulador que aprenden en la Sesión 10.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42519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 Antes de eso, tienen una tarea corta — siguiente diapositiva.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LA PRÓXIMA CLASE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Tarea: Operadores Diferenciales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COMO OPERADOR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D=d/dx actúa como un número: se suma, multiplica y factoriza. Practiquen con D²−3D+2=(D−1)(D−2).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ANIQUILA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 elimina eʳˣ; (D−r)² elimina xeʳˣ; Dᵏ⁺¹ elimina un polinomio de grado 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CON HOY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superposición de hoy: ¿qué operador aniquila una suma de términos distintos, como 3x+e²ˣ?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 minutos, individual, en su cuaderno. La reviso al inicio de la Sesión 10 — visto/no visto, sin rúbrica detallada.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2026-09-17T04:26:12Z</dcterms:created>
  <dcterms:modified xsi:type="dcterms:W3CDTF">2026-09-17T04:26:12Z</dcterms:modified>
</cp:coreProperties>
</file>