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al Azar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3736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Dᵏ⁺¹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3736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0188" y="25146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(D−r)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2900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38328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(D−r)² — una aplicación sola no alcanza el factor 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55868" y="324612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42900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38328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0188" y="41605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combinan los anuladores: D²(D−2)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892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</a:t>
            </a:r>
            <a:endParaRPr lang="en-US" sz="1300" dirty="0"/>
          </a:p>
        </p:txBody>
      </p:sp>
      <p:pic>
        <p:nvPicPr>
          <p:cNvPr id="6" name="Image 0" descr="build/eq_light/reduccion_form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0825" y="2057400"/>
            <a:ext cx="2070046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 y sustituyen — funciona siempre, pero es laboriosa.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52044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10" name="Image 1" descr="build/eq_light/ansatz_si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65470"/>
            <a:ext cx="1828800" cy="681540"/>
          </a:xfrm>
          <a:prstGeom prst="rect">
            <a:avLst/>
          </a:prstGeom>
        </p:spPr>
      </p:pic>
      <p:pic>
        <p:nvPicPr>
          <p:cNvPr id="11" name="Image 2" descr="build/eq_light/char_eq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880086"/>
            <a:ext cx="8442655" cy="6523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6177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_light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_light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_light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931920"/>
          </a:xfrm>
          <a:prstGeom prst="roundRect">
            <a:avLst>
              <a:gd name="adj" fmla="val 2326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300" dirty="0"/>
          </a:p>
        </p:txBody>
      </p:sp>
      <p:pic>
        <p:nvPicPr>
          <p:cNvPr id="6" name="Image 0" descr="build/eq_light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0921" y="2148840"/>
            <a:ext cx="6569852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raíces:</a:t>
            </a:r>
            <a:endParaRPr lang="en-US" sz="1400" dirty="0"/>
          </a:p>
        </p:txBody>
      </p:sp>
      <p:pic>
        <p:nvPicPr>
          <p:cNvPr id="8" name="Image 1" descr="build/eq_light/ex1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041" y="3108960"/>
            <a:ext cx="6231613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490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10" name="Image 2" descr="build/eq_light/ex1_s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590" y="4434840"/>
            <a:ext cx="2808514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Directos — Raíz Repetida y Compleja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38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300" dirty="0"/>
          </a:p>
        </p:txBody>
      </p:sp>
      <p:pic>
        <p:nvPicPr>
          <p:cNvPr id="6" name="Image 0" descr="build/eq_light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3175"/>
            <a:ext cx="4838548" cy="3771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y=(C₁+C₂x)e³ˣ y las condiciones iniciales: C₁=2, C₂=−5.</a:t>
            </a:r>
            <a:endParaRPr lang="en-US" sz="1300" dirty="0"/>
          </a:p>
        </p:txBody>
      </p:sp>
      <p:pic>
        <p:nvPicPr>
          <p:cNvPr id="8" name="Image 1" descr="build/eq_light/ex2a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767" y="3886200"/>
            <a:ext cx="2740933" cy="5486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55868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30188" y="1874520"/>
            <a:ext cx="4838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</a:t>
            </a:r>
            <a:endParaRPr lang="en-US" sz="1300" dirty="0"/>
          </a:p>
        </p:txBody>
      </p:sp>
      <p:pic>
        <p:nvPicPr>
          <p:cNvPr id="11" name="Image 2" descr="build/eq_light/ex2b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188" y="2308548"/>
            <a:ext cx="4838548" cy="366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0188" y="28803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Con y=e⁻²ˣ(C₁cos3x+C₂sin3x) y las condiciones iniciales: C₁=0, C₂=1.</a:t>
            </a:r>
            <a:endParaRPr lang="en-US" sz="1300" dirty="0"/>
          </a:p>
        </p:txBody>
      </p:sp>
      <p:pic>
        <p:nvPicPr>
          <p:cNvPr id="13" name="Image 3" descr="build/eq_light/ex2b_so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725" y="3886200"/>
            <a:ext cx="2779474" cy="5486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8640" y="5760720"/>
            <a:ext cx="11094415" cy="411480"/>
          </a:xfrm>
          <a:prstGeom prst="roundRect">
            <a:avLst>
              <a:gd name="adj" fmla="val 1777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777240" y="57607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_light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_light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_light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931920"/>
          </a:xfrm>
          <a:prstGeom prst="roundRect">
            <a:avLst>
              <a:gd name="adj" fmla="val 2326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300" dirty="0"/>
          </a:p>
        </p:txBody>
      </p:sp>
      <p:pic>
        <p:nvPicPr>
          <p:cNvPr id="6" name="Image 0" descr="build/eq_light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0704" y="2148840"/>
            <a:ext cx="65502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raíces:</a:t>
            </a:r>
            <a:endParaRPr lang="en-US" sz="1400" dirty="0"/>
          </a:p>
        </p:txBody>
      </p:sp>
      <p:pic>
        <p:nvPicPr>
          <p:cNvPr id="8" name="Image 1" descr="build/eq_light/ce_ex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404" y="3108960"/>
            <a:ext cx="7852886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490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10" name="Image 2" descr="build/eq_light/ce_ex_s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45" y="4572000"/>
            <a:ext cx="5206805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_light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_light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_light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_light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_light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6" name="Image 1" descr="build/eq_light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514600"/>
            <a:ext cx="478339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característica de la Diapositiva 7: xᶜ=e⁻²ᵗ(C₁cos3t+C₂sin3t). El anulador de la constante 26 es D; la forma de xₚ es una constante, y sustituyendo, xₚ=2.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859664" y="4023360"/>
            <a:ext cx="4783391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pic>
        <p:nvPicPr>
          <p:cNvPr id="9" name="Image 2" descr="build/eq_light/msd_f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264" y="4210469"/>
            <a:ext cx="4326191" cy="40302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77240" y="502920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2026-09-22T03:31:13Z</dcterms:created>
  <dcterms:modified xsi:type="dcterms:W3CDTF">2026-09-22T03:31:13Z</dcterms:modified>
</cp:coreProperties>
</file>