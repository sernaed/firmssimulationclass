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49834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240280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ORDEN, EN CUATRO PASOS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16554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655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16554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14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0148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1er orden para u′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03741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03741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03741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32918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14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21" name="Image 0" descr="build/eq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59830"/>
            <a:ext cx="1828800" cy="681540"/>
          </a:xfrm>
          <a:prstGeom prst="rect">
            <a:avLst/>
          </a:prstGeom>
        </p:spPr>
      </p:pic>
      <p:pic>
        <p:nvPicPr>
          <p:cNvPr id="22" name="Image 1" descr="build/eq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74446"/>
            <a:ext cx="8442655" cy="65230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22960" y="52120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300" dirty="0"/>
          </a:p>
        </p:txBody>
      </p:sp>
      <p:pic>
        <p:nvPicPr>
          <p:cNvPr id="6" name="Image 0" descr="build/eq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4884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8" name="Image 1" descr="build/eq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5204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206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build/eq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450" dirty="0"/>
          </a:p>
        </p:txBody>
      </p:sp>
      <p:pic>
        <p:nvPicPr>
          <p:cNvPr id="6" name="Image 0" descr="build/eq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78892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" name="Image 0" descr="build/eq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450" dirty="0"/>
          </a:p>
        </p:txBody>
      </p:sp>
      <p:pic>
        <p:nvPicPr>
          <p:cNvPr id="6" name="Image 0" descr="build/eq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78892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377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377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AUXILIAR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/ce_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2938"/>
            <a:ext cx="3149498" cy="45212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/ce_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211360"/>
            <a:ext cx="3149498" cy="4352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/ce_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95805"/>
            <a:ext cx="3149498" cy="26639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 estas tres fórmulas con las de la Diapositiva 8 — misma estructura: solo cambian eʳˣ→xᵐ y x→ln x.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300" dirty="0"/>
          </a:p>
        </p:txBody>
      </p:sp>
      <p:pic>
        <p:nvPicPr>
          <p:cNvPr id="6" name="Image 0" descr="build/eq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4884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8" name="Image 1" descr="build/eq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70332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6" name="Image 1" descr="build/eq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606040"/>
            <a:ext cx="4783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ecuación característica que en la Diapositiva 13 — ahora con una fuerza constante empujando el sistema.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84632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450" dirty="0"/>
          </a:p>
        </p:txBody>
      </p:sp>
      <p:pic>
        <p:nvPicPr>
          <p:cNvPr id="7" name="Image 1" descr="build/eq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1188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4340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2026-09-22T04:44:16Z</dcterms:created>
  <dcterms:modified xsi:type="dcterms:W3CDTF">2026-09-22T04:44:16Z</dcterms:modified>
</cp:coreProperties>
</file>