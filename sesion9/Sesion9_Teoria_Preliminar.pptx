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/>
        </p:spPr>
      </p:sp>
      <p:pic>
        <p:nvPicPr>
          <p:cNvPr id="5" name="Image 0" descr="build/eq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3330" y="1737360"/>
            <a:ext cx="6545036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6517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651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Fíjense en g(x). Si g(x)=0, la ecuación es homogénea; si no, es no homogénea. Ojo: esto NO es la 'homogénea' de la Sesión 7 (dy/dx=f(y/x), y=vx) — dos ideas sin relación que comparten nombre.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E3A44"/>
          </a:solidFill>
          <a:ln/>
        </p:spPr>
      </p:sp>
      <p:pic>
        <p:nvPicPr>
          <p:cNvPr id="9" name="Image 1" descr="build/eq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917" y="3794760"/>
            <a:ext cx="10035862" cy="685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091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1E293B"/>
          </a:solidFill>
          <a:ln/>
        </p:spPr>
      </p:sp>
      <p:pic>
        <p:nvPicPr>
          <p:cNvPr id="18" name="Image 4" descr="build/img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DOS FUNCIONES</a:t>
            </a:r>
            <a:endParaRPr lang="en-US" sz="1300" dirty="0"/>
          </a:p>
        </p:txBody>
      </p:sp>
      <p:pic>
        <p:nvPicPr>
          <p:cNvPr id="6" name="Image 0" descr="build/eq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5641" y="1920240"/>
            <a:ext cx="3860414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56032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65176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GENERAL: n FUNCIONES</a:t>
            </a:r>
            <a:endParaRPr lang="en-US" sz="1300" dirty="0"/>
          </a:p>
        </p:txBody>
      </p:sp>
      <p:pic>
        <p:nvPicPr>
          <p:cNvPr id="9" name="Image 1" descr="build/img/wronskian_gener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11" y="2880360"/>
            <a:ext cx="2332074" cy="8229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3886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46177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77240" y="46177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Independencia y Dependencia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 — SOL. DE y''−9y=0</a:t>
            </a:r>
            <a:endParaRPr lang="en-US" sz="1300" dirty="0"/>
          </a:p>
        </p:txBody>
      </p:sp>
      <p:pic>
        <p:nvPicPr>
          <p:cNvPr id="6" name="Image 0" descr="build/eq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028" y="2286000"/>
            <a:ext cx="3802412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300" dirty="0"/>
          </a:p>
        </p:txBody>
      </p:sp>
      <p:pic>
        <p:nvPicPr>
          <p:cNvPr id="8" name="Image 1" descr="build/eq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332928"/>
            <a:ext cx="4838548" cy="4207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886200"/>
            <a:ext cx="48385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e³ˣ·e⁻³ˣ=1 para toda x, así que W=−6 siempre — nunca cero. Son independientes: forman un conjunto fundamental.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255868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30188" y="18745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DEPENDIENTES — SOL. DE y''−4y'+4y=0</a:t>
            </a:r>
            <a:endParaRPr lang="en-US" sz="1300" dirty="0"/>
          </a:p>
        </p:txBody>
      </p:sp>
      <p:pic>
        <p:nvPicPr>
          <p:cNvPr id="12" name="Image 2" descr="build/eq/wronskian_dep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673" y="2286000"/>
            <a:ext cx="3785578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530188" y="2880360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y₁'=2e²ˣ, y₂'=6e²ˣ. El Wronskiano:</a:t>
            </a:r>
            <a:endParaRPr lang="en-US" sz="1300" dirty="0"/>
          </a:p>
        </p:txBody>
      </p:sp>
      <p:pic>
        <p:nvPicPr>
          <p:cNvPr id="14" name="Image 3" descr="build/eq/wronskian_dep_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188" y="3300360"/>
            <a:ext cx="4838548" cy="48587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30188" y="3886200"/>
            <a:ext cx="48385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W=0 para toda x. De hecho y₂=3y₁ — son múltiplos, dependientes. No forman un conjunto fundamental.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vs. Diapositiva 7: ahí, superposición solo garantizaba que las combinaciones siguieran siendo solución (cierre). Aquí, gracias a la independencia lineal y contar exactamente n, esas combinaciones agotan TODAS las soluciones (completitud).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7" name="Image 0" descr="build/eq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9654" y="2743200"/>
            <a:ext cx="8072387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794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5262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5262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461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g(x) también le dicen "forzamiento" o "función forzante" — mismo concepto. Ejemplo: si g(x)=x²+e³ˣ, resuelven yₚ₁ para g₁=x², yₚ₂ para g₂=e³ˣ, y arman yₚ=yₚ₁+yₚ₂.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 — esa es la lógica exacta del método del anulador que aprenden en la Sesión 10.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7" name="Text 5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9" name="Text 7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1" name="Text 9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42519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 Antes de eso, tienen una tarea corta — siguiente diapositiva.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LA PRÓXIMA CLASE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 Operadores Diferenciales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COMO OPERADOR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D=d/dx actúa como un número: se suma, multiplica y factoriza. Practiquen con D²−3D+2=(D−1)(D−2).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ANIQUILA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 elimina eʳˣ; (D−r)² elimina xeʳˣ; Dᵏ⁺¹ elimina un polinomio de grado 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6" name="Shape 14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CON HOY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superposición de hoy: ¿qué operador aniquila una suma de términos distintos, como 3x+e²ˣ?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 minutos, individual, en su cuaderno. La reviso al inicio de la Sesión 10 — visto/no visto, sin rúbrica detallada.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2026-09-17T04:26:12Z</dcterms:created>
  <dcterms:modified xsi:type="dcterms:W3CDTF">2026-09-17T04:26:12Z</dcterms:modified>
</cp:coreProperties>
</file>