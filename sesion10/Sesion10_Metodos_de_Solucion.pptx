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49834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240280"/>
          </a:xfrm>
          <a:prstGeom prst="roundRect">
            <a:avLst>
              <a:gd name="adj" fmla="val 4082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ORDEN, EN CUATRO PASOS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16554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655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16554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14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0148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1er orden para u′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03741" y="210312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03741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03741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32918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14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21" name="Image 0" descr="build/eq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59830"/>
            <a:ext cx="1828800" cy="681540"/>
          </a:xfrm>
          <a:prstGeom prst="rect">
            <a:avLst/>
          </a:prstGeom>
        </p:spPr>
      </p:pic>
      <p:pic>
        <p:nvPicPr>
          <p:cNvPr id="22" name="Image 1" descr="build/eq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74446"/>
            <a:ext cx="8442655" cy="65230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22960" y="52120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300" dirty="0"/>
          </a:p>
        </p:txBody>
      </p:sp>
      <p:pic>
        <p:nvPicPr>
          <p:cNvPr id="6" name="Image 0" descr="build/eq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4884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8" name="Image 1" descr="build/eq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5204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206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5" name="Image 0" descr="build/eq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450" dirty="0"/>
          </a:p>
        </p:txBody>
      </p:sp>
      <p:pic>
        <p:nvPicPr>
          <p:cNvPr id="6" name="Image 0" descr="build/eq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78892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pic>
        <p:nvPicPr>
          <p:cNvPr id="5" name="Image 0" descr="build/eq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450" dirty="0"/>
          </a:p>
        </p:txBody>
      </p:sp>
      <p:pic>
        <p:nvPicPr>
          <p:cNvPr id="6" name="Image 0" descr="build/eq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78892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377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377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300" dirty="0"/>
          </a:p>
        </p:txBody>
      </p:sp>
      <p:pic>
        <p:nvPicPr>
          <p:cNvPr id="6" name="Image 0" descr="build/eq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4884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8" name="Image 1" descr="build/eq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70332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1E293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0B0F19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6" name="Image 1" descr="build/eq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606040"/>
            <a:ext cx="4783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ecuación característica que en la Diapositiva 13 — ahora con una fuerza constante empujando el sistema.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84632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450" dirty="0"/>
          </a:p>
        </p:txBody>
      </p:sp>
      <p:pic>
        <p:nvPicPr>
          <p:cNvPr id="7" name="Image 1" descr="build/eq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1188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4340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2026-09-22T04:19:15Z</dcterms:created>
  <dcterms:modified xsi:type="dcterms:W3CDTF">2026-09-22T04:19:15Z</dcterms:modified>
</cp:coreProperties>
</file>